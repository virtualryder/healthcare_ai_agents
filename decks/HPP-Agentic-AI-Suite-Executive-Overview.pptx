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 AI Agents for Health Providers &amp; Plans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are not the product. The governed platform that makes them deployable, auditable, and HIPAA-defensible is.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Executive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Stakes Across the Provider–Payer Arc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high-value workflows, one governed control plane. The cost of doing nothing, in three numbers: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~$18B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hospital spend overturning denials in 2025 (of ~$43B on billing &amp; collections)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~13 hrs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time per week on ~39 prior authorizations; 94% say PA delays care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&gt;80% / 70%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systems / health plans prioritizing agentic AI (Deloitte, Sep 2025)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Experian State of Claims 2025; AMA 2024 PA survey; Deloitte Sep 2025 — gtm/HPP-DECK-SOURCES.md.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Executive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Eight-Agent Portfolio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Revenue-Cycle &amp; Denial — drafts grounded appeals; a denials specialist submits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Clinical-Administration — chart-grounded drafts; a clinician signs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Patient Access — eligibility + deterministic Good Faith Estimate; a rep approves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Payment Integrity &amp; Coding — NCCI/MUE + upcoding flags; flags only, never recoups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PAYER-SIDE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Prior-Authorization — Da Vinci packet; a PA nurse submits; payer decides coverage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Utilization Management — criteria + fairness screen; the medical director decides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Care Management &amp; Pop Health — gaps + HCC/RAF + SDOH; a care manager owns the plan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Contact Center / Member Services — Amazon Connect; identity-gated answers; a rep approves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built to reference depth · 121 automated tests pass with no API key · CloudFormation + Terraform · cfn-lint clean.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Executive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submits a claim or issues a coverage determination autonomously. AI assists; a licensed human decides.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MCP gateway — an agent can never exceed the human (agent grant ∩ user entitlement).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Framework-enforced human gate on every high-risk write; PHI-masked append-only audit.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In-account Amazon Bedrock under the AWS BAA — no PHI egress; Guardrails on every call.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spine in CI: grounding, prompt registry, red team, four-fifths fairness, accessibility.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denials (cleanest CFO ROI)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02+04, then payer 05+08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reuses the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compliance cost falls per agent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+ Deployable-by-design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production-readiness (CSV/CSA, IdP, live-connector validation, pen test, HITRUST) is the engagement.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Executive Overview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2026-06-28T22:46:55Z</dcterms:created>
  <dcterms:modified xsi:type="dcterms:W3CDTF">2026-06-28T22:46:55Z</dcterms:modified>
</cp:coreProperties>
</file>