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HPP-04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 Access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registration, benefits verification, Good Faith Estimates, referral status — a rep approves writes.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drafts, assembles, flags, recommends — a licensed human decides every consequential action.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Issue &amp; What It Costs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friction drives no-shows and front-end errors that become the denials revenue cycle later reworks.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23–33%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U.S. outpatient no-show rate; avg cost ~$200 per missed appointment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~$150B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cost of missed appointments to the U.S. healthcare system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GFE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5820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Surprises Act Good Faith Estimate required for self-pay / uninsured patients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Curogram / Dialog Health / MGMA 2024–2025 [industry-research]; No Surprises Act [gov].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Customers Are Seeing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8930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508406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and registration errors are a top upstream cause of downstream denials (e.g., terminated coverage).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 and unclear cost drive leakage; patients want a fast booking and an honest estimate.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 Surprises Act requires a Good Faith Estimate — a compliance obligation, not a nicety.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234440"/>
            <a:ext cx="5394960" cy="457200"/>
          </a:xfrm>
          <a:prstGeom prst="rect">
            <a:avLst/>
          </a:prstGeom>
          <a:solidFill>
            <a:srgbClr val="01A88D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2893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MARKET IS SOLVING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808" y="1828800"/>
            <a:ext cx="49926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add reminders, no-show fees, and self-scheduling; AI handles routine access tasks.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Connect Health adds conversational identity verification and natural-language appointment management.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verify identity first and produce deterministic estimates — not LLM-guessed prices.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that must hold: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verifies identity, checks eligibility, and produces a deterministic Good Faith Estimate; a rep approves before any booking or registration.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We Solve It — Governed, Agentic, Human-Decided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workflow on AWS: deterministic nodes + in-account Bedrock drafting, every system call through the deny-by-default MCP gateway, and a framework-enforced human gate before any consequential 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714500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56816"/>
            <a:ext cx="12573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verify_identity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7732" y="1920240"/>
            <a:ext cx="1714500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2500884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9212" y="1956816"/>
            <a:ext cx="12573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check_eligibility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06824" y="1920240"/>
            <a:ext cx="1714500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4379976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18304" y="1956816"/>
            <a:ext cx="12573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estimate_cost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85916" y="1920240"/>
            <a:ext cx="1714500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6259068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97396" y="1956816"/>
            <a:ext cx="12573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get_availability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65008" y="1920240"/>
            <a:ext cx="1714500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76488" y="1956816"/>
            <a:ext cx="12573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prepare_summary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944100" y="1920240"/>
            <a:ext cx="1714500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1725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355580" y="1956816"/>
            <a:ext cx="12573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compliance_check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274320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C7361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2798064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 — Access Rep  </a:t>
            </a:r>
            <a:pPr indent="0" marL="0">
              <a:buNone/>
            </a:pPr>
            <a:r>
              <a:rPr lang="en-US" sz="1300" dirty="0">
                <a:solidFill>
                  <a:srgbClr val="FF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approves, edits, or rejects. High-risk writes cannot execute before this (LangGraph interrupt_before / Step Functions waitForTaskToken).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is deterministic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Faith Estimate comes from a rules tool (NSA basis + disclaimer), never the LLM.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25112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25112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4581144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before disclosure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81144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or benefit detail is shared without a verified member identity.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01584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01584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8357616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denials upstream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57616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coverage/registration issues at the front door — cheaper than appealing them later.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 Architecture &amp; Traffic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 ·  Cognito / Identity Center (SAML/OIDC, MFA) → verified claims (custom:hpp_role)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ED71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·  ECS Fargate (LangGraph) or Step Functions (native, waitForTaskToken HITL)  +  Streamlit console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AUTHORIZATION GATEWAY  ·  deny-by-default + least-privilege intersection + scoped tokens + PHI-masked audit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01A88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08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·  Amazon Bedrock (in-account, HIPAA-eligible under BAA) + Guardrails (PHI filters)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5A6B7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(governed Lambda)  →  Scheduling · Registration · Payer eligibility (X12 270/271) · Identity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C925D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89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·  DynamoDB append-only audit (PITR, deny Update/Delete) · HITL 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7AA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(WORM) — finalized snapshots · KMS CMK throughout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never leaves the customer VPC: inference is in-account on Bedrock via a VPC endpoint; every tool call is authorized, scoped-token-minted, and PHI-masked-audited. CloudFormation + Terraform; native or container deploy.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Is Defensible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2C3B4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5331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line: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estimate is a deterministic Good Faith Estimate tool — never the LLM; no disclosure without verified identity.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6492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back twice: fewer no-shows and fewer front-end denials (compounding with Agent 01).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No Surprises Act GFE obligation with a deterministic, auditable estimate.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Member-facing text is held to a 6th–8th grade health-literacy bar (Section 1557).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and registration commit only on a verified access-rep approval.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2468880"/>
            <a:ext cx="4251960" cy="3108960"/>
          </a:xfrm>
          <a:prstGeom prst="roundRect">
            <a:avLst>
              <a:gd name="adj" fmla="val 2353"/>
            </a:avLst>
          </a:prstGeom>
          <a:solidFill>
            <a:srgbClr val="2C3B4E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A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31089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no-shows and leakage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front-end denials downstream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Good Faith Estimates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Identity-safe member disclosure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Curogram/MGMA 2024–25; Amazon Connect Health. Maturity: Demonstrated + Deployable-by-design.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HPP AI Agent Suite</dc:creator>
  <cp:lastModifiedBy>HPP AI Agent Suite</cp:lastModifiedBy>
  <cp:revision>1</cp:revision>
  <dcterms:created xsi:type="dcterms:W3CDTF">2026-06-28T22:46:54Z</dcterms:created>
  <dcterms:modified xsi:type="dcterms:W3CDTF">2026-06-28T22:46:54Z</dcterms:modified>
</cp:coreProperties>
</file>