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Patient Access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registration, benefits verification, Good Faith Estimates, referral status — a rep approves writes.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friction drives no-shows and front-end errors that become the denials revenue cycle later reworks.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23–33%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U.S. outpatient no-show rate; avg cost ~$200 per missed appointment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~$150B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cost of missed appointments to the U.S. healthcare system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GFE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Surprises Act Good Faith Estimate required for self-pay / uninsured patients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Curogram / Dialog Health / MGMA 2024–2025 [industry-research]; No Surprises Act [gov].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and registration errors are a top upstream cause of downstream denials (e.g., terminated coverage).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No-shows and unclear cost drive leakage; patients want a fast booking and an honest estimate.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 Surprises Act requires a Good Faith Estimate — a compliance obligation, not a nicety.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 add reminders, no-show fees, and self-scheduling; AI handles routine access tasks.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Connect Health adds conversational identity verification and natural-language appointment management.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verify identity first and produce deterministic estimates — not LLM-guessed prices.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verifies identity, checks eligibility, and produces a deterministic Good Faith Estimate; a rep approves before any booking or registration.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verify_identity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7732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50088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39212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check_eligibility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06824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4379976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18304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estimate_cost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85916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6259068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97396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get_availability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65008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0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76488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prepare_summary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944100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21" name="Text 19"/>
          <p:cNvSpPr/>
          <p:nvPr/>
        </p:nvSpPr>
        <p:spPr>
          <a:xfrm>
            <a:off x="1001725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355580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Access Rep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is deterministic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 Faith Estimate comes from a rules tool (NSA basis + disclaimer), never the LLM.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before disclosure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or benefit detail is shared without a verified member identity.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denials upstream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coverage/registration issues at the front door — cheaper than appealing them later.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Scheduling · Registration · Payer eligibility (X12 270/271) · Identity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estimate is a deterministic Good Faith Estimate tool — never the LLM; no disclosure without verified identity.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back twice: fewer no-shows and fewer front-end denials (compounding with Agent 01).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Meets the No Surprises Act GFE obligation with a deterministic, auditable estimate.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Member-facing text is held to a 6th–8th grade health-literacy bar (Section 1557).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and registration commit only on a verified access-rep approval.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no-shows and leakage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front-end denials downstream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Good Faith Estimates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Identity-safe member disclosure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Curogram/MGMA 2024–25; Amazon Connect Health.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