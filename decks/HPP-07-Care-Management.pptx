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Care Management &amp; Population Health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care gaps, stratifies risk (HCC/RAF), surfaces SDOH, prepares outreach — a care manager owns the plan.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Value-based programs depend on closing care gaps and accurate risk capture — but ungoverned risk models can be biased.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&gt;half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Black patients flagged for extra care by a widely used biased risk algorithm (Science 2019)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26.3%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chronic conditions in Black vs equally-ranked white patients under that algorithm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&gt;80%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health-system execs prioritizing agentic AI for care delivery (Deloitte)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Obermeyer et al., Science 2019 [peer-reviewed]; Deloitte Sep 2025 [industry-research].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Care-gap closure and accurate HCC/RAF capture drive Stars/quality bonuses and value-based payment.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landmark study showed a widely used cost-based risk model systematically under-served Black patients.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risk stratification raises Section 1557 nondiscrimination and risk-adjustment-integrity concerns.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risk and care-gap models are a competitive necessity for Stars bonus payments.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adoption now demands fairness screening and explainability — the 2019 bias case is the cautionary tale.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pair gap identification with a four-fifths fairness check and a care manager who owns the plan.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gaps, stratifies risk, and drafts outreach with a four-fifths fairness screen; the care manager signs off and owns the plan.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load_patient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7732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50088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9212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check_consent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06824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18304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identify_gaps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85916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97396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fairness_screen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76488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draft_artifacts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94410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725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35558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Care Manager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Fairness-screened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four-fifths disparate-impact screen runs on the risk-stratification step — a flagged rate goes to human review.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CFR Part 2 aware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SUD-sensitive record without consent never produces outreach — it escalates.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manager owns 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Care-plan writes are gated; outreach is plain-language; the human decides and owns the plan.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Care management (HCC/RAF) · EHR/FHIR (HealthLake)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 is fairness-screened and care-plan writes are gated; the care manager owns the plan — the agent never assigns risk autonomously.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care gaps and supports accurate risk capture — the engine of value-based revenue.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addresses the 2019 algorithmic-bias case with a built-in four-fifths fairness screen.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1557 and risk-adjustment integrity are defended by fairness + grounding + human ownership.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(Part 2) records are gated; patient outreach is health-literacy-checked.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closed care gaps (Stars)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Fairer, auditable risk stratification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under Section 1557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Care-manager-owned plans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Science 2019; Deloitte.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2026-06-28T22:46:55Z</dcterms:created>
  <dcterms:modified xsi:type="dcterms:W3CDTF">2026-06-28T22:46:55Z</dcterms:modified>
</cp:coreProperties>
</file>