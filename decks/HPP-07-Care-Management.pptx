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HPP-07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Care Management &amp; Population Health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care gaps, stratifies risk (HCC/RAF), surfaces SDOH, prepares outreach — a care manager owns the plan.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drafts, assembles, flags, recommends — a licensed human decides every consequential 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HPP-07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365760" y="6291072"/>
            <a:ext cx="11460175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00" i="1">
                <a:solidFill>
                  <a:srgbClr val="879296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Issue &amp; What It Costs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programs depend on closing care gaps and accurate risk capture — but ungoverned risk models can be biased.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&gt;half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Black patients flagged for extra care by a widely used biased risk algorithm (Science 2019)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26.3%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chronic conditions in Black vs equally-ranked white patients under that algorithm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&gt;80%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5820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health-system execs prioritizing agentic AI for care delivery (Deloitte)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Obermeyer et al., Science 2019 [peer-reviewed]; Deloitte Sep 2025 [industry-research].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Customers Are Seeing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93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508406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Care-gap closure and accurate HCC/RAF capture drive Stars/quality bonuses and value-based payment.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landmark study showed a widely used cost-based risk model systematically under-served Black patients.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Ungoverned risk stratification raises Section 1557 nondiscrimination and risk-adjustment-integrity concerns.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234440"/>
            <a:ext cx="5394960" cy="457200"/>
          </a:xfrm>
          <a:prstGeom prst="rect">
            <a:avLst/>
          </a:prstGeom>
          <a:solidFill>
            <a:srgbClr val="01A88D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2893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MARKET IS SOLVING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182880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and care-gap models are a competitive necessity for Stars bonus payments.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adoption now demands fairness screening and explainability — the 2019 bias case is the cautionary tale.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pair gap identification with a four-fifths fairness check and a care manager who owns the plan.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that must hold: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gaps, stratifies risk, and drafts outreach with a four-fifths fairness screen; the care manager signs off and owns the plan.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We Solve It — Governed, Agentic, Human-Decided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workflow on AWS: deterministic nodes + in-account Bedrock drafting, every system call through the deny-by-default MCP gateway, and a framework-enforced human gate before any consequential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714500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56816"/>
            <a:ext cx="1257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load_patient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7732" y="1920240"/>
            <a:ext cx="1714500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2500884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9212" y="1956816"/>
            <a:ext cx="1257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check_consent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06824" y="1920240"/>
            <a:ext cx="1714500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4379976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18304" y="1956816"/>
            <a:ext cx="1257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identify_gaps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85916" y="1920240"/>
            <a:ext cx="1714500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6259068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97396" y="1956816"/>
            <a:ext cx="1257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fairness_screen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65008" y="1920240"/>
            <a:ext cx="1714500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76488" y="1956816"/>
            <a:ext cx="1257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draft_artifacts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944100" y="1920240"/>
            <a:ext cx="1714500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1725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355580" y="1956816"/>
            <a:ext cx="12573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compliance_check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274320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C7361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2798064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— Care Manager  </a:t>
            </a:r>
            <a:pPr indent="0" marL="0">
              <a:buNone/>
            </a:pPr>
            <a:r>
              <a:rPr lang="en-US" sz="1300" dirty="0">
                <a:solidFill>
                  <a:srgbClr val="FF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approves, edits, or rejects. High-risk writes cannot execute before this (LangGraph interrupt_before / Step Functions waitForTaskToken).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Fairness-screened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four-fifths disparate-impact screen runs on the risk-stratification step — a flagged rate goes to human review.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25112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25112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4581144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CFR Part 2 aware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81144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SUD-sensitive record without consent never produces outreach — it escalates.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01584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01584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8357616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manager owns it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57616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Care-plan writes are gated; outreach is plain-language; the human decides and owns the plan.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 Architecture &amp; Traffic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 ·  Cognito / Identity Center (SAML/OIDC, MFA) → verified claims (custom:hpp_role)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ED71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·  ECS Fargate (LangGraph) or Step Functions (native, waitForTaskToken HITL)  +  Streamlit console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AUTHORIZATION GATEWAY  ·  deny-by-default + least-privilege intersection + scoped tokens + PHI-masked audit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01A88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·  Amazon Bedrock (in-account, HIPAA-eligible under BAA) + Guardrails (PHI filters)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5A6B7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(governed Lambda)  →  Care management (HCC/RAF) · EHR/FHIR (HealthLake) · Consent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C925D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·  DynamoDB append-only audit (PITR, deny Update/Delete) · HITL 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7AA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(WORM) — finalized snapshots · KMS CMK throughout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never leaves the customer VPC: inference is in-account on Bedrock via a VPC endpoint; every tool call is authorized, scoped-token-minted, and PHI-masked-audited. CloudFormation + Terraform; native or container deploy.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Is Defensible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2C3B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5331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line: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 is fairness-screened and care-plan writes are gated; the care manager owns the plan — the agent never assigns risk autonomously.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6492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care gaps and supports accurate risk capture — the engine of value-based revenue.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the 2019 algorithmic-bias case with a built-in four-fifths fairness screen.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1557 and risk-adjustment integrity are defended by fairness + grounding + human ownership.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(Part 2) records are gated; patient outreach is health-literacy-checked.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2468880"/>
            <a:ext cx="4251960" cy="3108960"/>
          </a:xfrm>
          <a:prstGeom prst="roundRect">
            <a:avLst>
              <a:gd name="adj" fmla="val 2353"/>
            </a:avLst>
          </a:prstGeom>
          <a:solidFill>
            <a:srgbClr val="2C3B4E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A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31089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closed care gaps (Stars)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Fairer, auditable risk stratification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under Section 1557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Care-manager-owned plans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Science 2019; Deloitte. Maturity: Demonstrated + Deployable-by-design.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HPP-07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011680" cy="8229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Disclaimer &amp; Shared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Reference accelerator — not an AWS service, not AWS-supported software, not a compliance certification, and not production-ready for regulated data without customer-specific engineering, testing, authorization, and operational ownership.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D5DBDB"/>
                </a:solidFill>
              </a:rPr>
              <a:t>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HPP AI Agent Suite</dc:creator>
  <cp:lastModifiedBy>HPP AI Agent Suite</cp:lastModifiedBy>
  <cp:revision>1</cp:revision>
  <dcterms:created xsi:type="dcterms:W3CDTF">2026-06-28T22:46:55Z</dcterms:created>
  <dcterms:modified xsi:type="dcterms:W3CDTF">2026-06-28T22:46:55Z</dcterms:modified>
</cp:coreProperties>
</file>