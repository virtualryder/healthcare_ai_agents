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HPP-01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Revenue-Cycle &amp; Denial Management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claims, classifies denials, drafts grounded appeals, tracks payer responses — a denials specialist submits.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Issue &amp; What It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denials are rising while rework stays manual and expensive — so a large share of denied dollars is simply abandoned.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~11.8%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claim denial rate (2024) and climbing; 41% of providers report &gt;10%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~$18B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hospital spend in 2025 overturning denials (of ~$43B on billing &amp; collections)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35–60%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denied claims are never reworked — permanent, avoidable revenue loss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Experian Health, State of Claims 2025 [industry-research]; rework $25–$181/claim.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Customers Are Seeing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CO-197 (auth), CO-50 (necessity), CO-16 (coding) denials pile up faster than staff can rework them.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is labor-intensive (~$25–$181 per claim); the cheapest denials get worked, the rest written off.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systems lag: ~20% have adopted gen-AI RCM vs 64% of large systems (cost is the top barrier).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IS SOLVING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health systems are piloting/implementing gen AI in revenue cycle; 39% more are exploring.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is delivering: Inova reported −$500K coding cost, −50% DNFB, +10% charge capture.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rev-cycle leaders expect gen AI to play a bigger role in coding operations.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must hold: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triages, classifies, and drafts the appeal; a denials specialist approves — and a biller, not the agent, ever submits a claim.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Solve It — Governed, Agentic, Human-Decided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 on AWS: deterministic nodes + in-account Bedrock drafting, every system call through the deny-by-default MCP gateway, and a framework-enforced human gate before any consequential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load_claim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0355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287670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1503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analyze_denial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5846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513161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994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gather_evidence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337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8652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2485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draft_appeal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568282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9641434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79762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compliance_check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C7361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79806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— Denials Specialist  </a:t>
            </a:r>
            <a:pPr indent="0" marL="0">
              <a:buNone/>
            </a:pPr>
            <a:r>
              <a:rPr lang="en-US" sz="1300" dirty="0">
                <a:solidFill>
                  <a:srgbClr val="FF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edits, or rejects. High-risk writes cannot execute before this (LangGraph interrupt_before / Step Functions waitForTaskToken).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appeals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code, amount, and policy in the appeal traces to the claim or approved coverage policy — or grounding fails it.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25112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4581144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routing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81144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CARC/RARC codes map to appeal · correct-and-resubmit · escalate, so the right work goes to the right queue.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01584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is human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clearinghouse.submit_claim is withheld from the agent; the appeal is submitted only on specialist approval.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·  Cognito / Identity Center (SAML/OIDC, MFA) → verified claims (custom:hpp_role)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ED71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ECS Fargate (LangGraph) or Step Functions (native, waitForTaskToken HITL)  +  Streamlit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  ·  deny-by-default + least-privilege intersection + scoped tokens + PHI-masked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01A88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·  Amazon Bedrock (in-account, HIPAA-eligible under BAA) + Guardrails (PHI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5A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(governed Lambda)  →  Patient accounting · Clearinghouse (X12 837/277) · Payer portal · Encoder · EHR/FHIR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C925D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DynamoDB append-only audit (PITR, deny Update/Delete) · HITL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7AA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— finalized snapshots · KMS CMK 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customer VPC: inference is in-account on Bedrock via a VPC endpoint; every tool call is authorized, scoped-token-minted, and PHI-masked-audited. CloudFormation + Terraform; native or container deploy.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submits a claim — `clearinghouse.submit_claim` is withheld; a biller submits.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both rework unit cost and the 35–60% never-reworked leakage at once.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Cleanest, most measurable CFO ROI in the building — the recommended initial wedge.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appeal is grounded, PHI-masked-audited, and submitted only after specialist approval.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with Agents 04/06, which prevent the front-end and coding denials upstream.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consistent denial triage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policy-cited appeals in seconds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abandoned revenue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trail for every touch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Stakes: Experian 2025; Inova/AKASA. Maturity: Demonstrated + Deployable-by-design.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HPP AI Agent Suite</dc:creator>
  <cp:lastModifiedBy>HPP AI Agent Suite</cp:lastModifiedBy>
  <cp:revision>1</cp:revision>
  <dcterms:created xsi:type="dcterms:W3CDTF">2026-06-26T14:27:30Z</dcterms:created>
  <dcterms:modified xsi:type="dcterms:W3CDTF">2026-06-26T14:27:30Z</dcterms:modified>
</cp:coreProperties>
</file>