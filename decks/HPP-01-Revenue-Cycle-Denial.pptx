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Revenue-Cycle &amp; Denial Management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claims, classifies denials, drafts grounded appeals, tracks payer responses — a denials specialist submits.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denials are rising while rework stays manual and expensive — so a large share of denied dollars is simply abandoned.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~11.8%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claim denial rate (2024) and climbing; 41% of providers report &gt;10%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in 2025 overturning denials (of ~$43B on billing &amp; collections)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35–60%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denied claims are never reworked — permanent, avoidable revenue loss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Health, State of Claims 2025 [industry-research]; rework $25–$181/claim.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CO-197 (auth), CO-50 (necessity), CO-16 (coding) denials pile up faster than staff can rework them.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is labor-intensive (~$25–$181 per claim); the cheapest denials get worked, the rest written off.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systems lag: ~20% have adopted gen-AI RCM vs 64% of large systems (cost is the top barrier).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of health systems are piloting/implementing gen AI in revenue cycle; 39% more are exploring.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is delivering: Inova reported −$500K coding cost, −50% DNFB, +10% charge capture.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rev-cycle leaders expect gen AI to play a bigger role in coding operations.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triages, classifies, and drafts the appeal; a denials specialist approves — and a biller, not the agent, ever submits a claim.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analyze_denial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draft_appeal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Denials Specialist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appeals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code, amount, and policy in the appeal traces to the claim or approved coverage policy — or grounding fails it.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routing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CARC/RARC codes map to appeal · correct-and-resubmit · escalate, so the right work goes to the right queue.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human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clearinghouse.submit_claim is withheld from the agent; the appeal is submitted only on specialist approval.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Patient accounting · Clearinghouse (X12 837/277) · Payer portal · Encoder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submits a claim — `clearinghouse.submit_claim` is withheld; a biller submits.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both rework unit cost and the 35–60% never-reworked leakage at once.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Cleanest, most measurable CFO ROI in the building — the recommended initial wedge.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appeal is grounded, PHI-masked-audited, and submitted only after specialist approval.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Agents 04/06, which prevent the front-end and coding denials upstream.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denial triage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policy-cited appeals in seconds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abandoned revenue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trail for every touch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Stakes: Experian 2025; Inova/AKASA.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