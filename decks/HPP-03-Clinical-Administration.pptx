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Clinical-Administration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charts, prepares visits, coordinates referrals, drafts discharge documentation — a clinician signs.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inbox burden are leading drivers of clinician burnout and after-hours 'pajama time'.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51.9%→38.8%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ambulatory burnout after 30 days with an ambient AI scribe (263 clinicians, 6 systems)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~30 min/day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time saved per provider (UW Health); &gt;15% less note-composition time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+0.49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visits per week per clinician associated with ambient AI documentation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 ambient-AI QI study; AHA; UChicago Medicine [peer-reviewed].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spend hours composing notes, summarizing charts, and clearing the in-basket after clinic.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transitions and referrals are assembled manually and late, risking gaps at handoff.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Info-blocking rules (21st Century Cures) require timely EHI access — summaries must surface, not withhold.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AI scribes are scaling fast: measured burnout drops, ~30 min/day saved, more visits.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 of health-system execs are prioritizing agentic AI for clinical operations and care delivery.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systems pair ambient capture with governed drafting that a clinician reviews and signs.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summary, note, referral, or discharge doc; a licensed clinician reviews and signs — the agent never enters orders.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produce_artifact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Clinician Sign-off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Drafts, never signs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ehr.draft_note files a DRAFT for clinician sign-off; the agent holds no order-entry or signing authority.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an artifact — it escalates.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Chart-grounded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problem, med, result, and date traces to the chart; patient-facing text meets a health-literacy bar.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EHR/FHIR (HealthLake, Comprehend Medical) · Care plan · Scheduling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artifacts are drafts a clinician signs — `ehr.draft_note` is a gated draft; no order entry, no autonomous signing.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measurable clinician capacity and reduces after-hours documentation.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lawful EHI on time — aligned with 21st Century Cures info-blocking rules.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and patient-facing content is gated and health-literacy-checked.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is grounded in the chart and signed by a licensed human.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documentation / inbox burden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timelier care transitions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Clinician-signed, grounded notes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Consent-safe handling of sensitive data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2025; Deloitte Sep 2025.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