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Payment Integrity &amp; Coding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codes (NCCI/MUE), checks medical necessity, flags overpayments and duplicates — a reviewer confirms.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Improper payments and coding defects run to tens of billions a year — and drive both denials and False Claims Act exposure.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$28.8B / $37.4B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 Medicare FFS / Medicaid improper payments (6.55% / 6.12%)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~$40B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Medicare Advantage overpayment attributed to coding differences (MedPAC 2025)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22.3 : 1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 Medicare program-integrity ROI (savings $26.3B → $41.9B, +59%)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CMS FY2025 Improper Payments Fact Sheet; MedPAC 2025 [gov].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HPP-06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defects are a leading denial root cause (CO-16/CO-11) and a False Claims Act / OIG exposure surface.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of Medicaid improper payments are insufficient documentation — a documentation problem, not always fraud.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 and providers both need pre- and post-pay integrity review at scale.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Program-integrity ROI is at a record 22.3:1; CMS is leaning into data-driven FWA review.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coding and edit engines (NCCI/MUE) surface upcoding, bundling, and duplicates.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defensible pattern: surface a flag for a human reviewer — never an automated recoupment.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validates codes and flags overpayment, upcoding, duplicates, and unsupported necessity; a payment-integrity reviewer confirms — the agent never recoups or submits.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HPP-06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load_claim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80355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87670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1503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analyze_coding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5846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513161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6994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detect_issues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337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738652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2485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draft_finding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568282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964143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79762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Payment-Integrity Reviewer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Flags, never acts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recoupment, payment adjustment, or claim submission — submit_claim is withheld; the agent records a review flag.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Edit-grounded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NCCI/MUE results, the documentation-supported codes, and coverage policy back every finding.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2" name="Text 30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flag, not a verdict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mismatch is a prompt for a human reviewer to confirm — never an assertion of fraud.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HPP-06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Encoder (NCCI/MUE, DRG) · Patient accounting · Clearinghouse · EHR/FHIR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HPP-06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61320" y="3840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spc="1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868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AWS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flags only — no recoupment, payment adjustment, or claim submission. A mismatch is a flag for review, never proof.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Two-sided value: fewer coding-driven denials for providers, surfaced recoveries for payers.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Lowers False Claims Act exposure by catching upcoding and unsupported necessity pre-bill.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is grounded in edits and documentation; a human confirms before any action.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with Agent 01 — coding defects are a top denial root cause.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10" name="Text 8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coding-driven denials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Surfaced overpayments / duplicates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FCA / OIG exposure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Human-confirmed, audited flags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CMS FY2025; MedPAC. Maturity: Demonstrated + Deployable-by-design.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2026-06-28T22:46:54Z</dcterms:created>
  <dcterms:modified xsi:type="dcterms:W3CDTF">2026-06-28T22:46:54Z</dcterms:modified>
</cp:coreProperties>
</file>