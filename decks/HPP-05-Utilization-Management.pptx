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Utilization Management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clinical criteria, screens for disparate impact, prepares a recommendation — the medical director decides.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management is high-volume and under intense regulatory and legal scrutiny over algorithmic denials.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8.7%→22.7%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insurer's post-acute denial rate after deploying an AI tool (2019–2022, Senate report)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~82%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overturn-on-appeal rate cited for some AI prior-auth/denial tools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 plans prioritizing agentic AI for UM, prior auth, and claims (Deloitte)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U.S. Senate PSI 2024; AI-PA litigation; Deloitte Sep 2025 [gov]/[industry-research].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UM is in the headlines: lawsuits over AI-driven post-acute denials and high overturn rates.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launched the WISeR model (July 2025, 6 states) tracking overturned-denial rates as a benchmark.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is explicit: AI may assist, but a human must make the Medicare Advantage coverage determination.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want UM efficiency but cannot accept algorithmic denials — the governance gap is the blocker.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programs apply criteria with AI and keep the determination with a medical director.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screening and audit trails are becoming table stakes for any AI-in-UM deployment.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applies criteria and recommends; the medical director decides. issue_determination is withheld from EVERY agent — an adverse recommendation is forwarded, never auto-denied.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gather_clinical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evaluate_criteria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fairness_screen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draft_recommendation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Medical Director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withheld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holds payer.issue_determination; even a director session can't issue one THROUGH the agent (tested).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Four-fifths fairness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EEOC four-fifths screen flags disparate selection rates on the flag/rank step for human review.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auto-denies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'does not meet' recommendation is forwarded to the medical director — coverage is a human decision.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MCG/InterQual · Coverage (LCD/NCD) · Payer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`payer.issue_determination` is withheld from every agent; an adverse recommendation is forwarded for a human determination, never auto-denied.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control that makes an AI-in-UM program defensible under CMS scrutiny.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application is consistent, cited, and fairness-screened — and auditable for regulators.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medical director owns every determination; the agent only summarizes evidence against criteria.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answers the litigation and Senate-report concerns about algorithmic denial.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consistent criteria review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Fairness-screened, auditable record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stays human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under CMS / 1557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Senate PSI 2024; CMS WISeR 2025; Deloitte.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