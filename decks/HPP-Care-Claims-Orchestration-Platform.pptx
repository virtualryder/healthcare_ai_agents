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&amp; Claims Platform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Care &amp; Claims Orchestration Platform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the eight agents across a patient/member journey — without widening authority.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Care &amp; Claims Platform</a:t>
            </a:r>
            <a:endParaRPr lang="en-US" sz="1100" dirty="0"/>
          </a:p>
        </p:txBody>
      </p:sp>
      <p:sp>
        <p:nvSpPr>
          <p:cNvPr id="10" name="TextBox 9"/>
          <p:cNvSpPr txBox="1"/>
          <p:nvPr/>
        </p:nvSpPr>
        <p:spPr>
          <a:xfrm>
            <a:off x="365760" y="6291072"/>
            <a:ext cx="11460175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Orchestrate — Journeys Span Agents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denial becomes an appeal and a member call; an admission becomes a discharge draft, a care-plan update, and a follow-up. The platform sequences governed actions and compensates cleanly when a system fails.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 → 4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 single denial → appeal → notify journey spans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authority granted — every step authorizes through the same MCP gateway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100%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emit a PHI-masked, hash-chained compliance event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care_platform/hpp_care_platform/ · runnable with no API key.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Care &amp; Claims Platform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Journeys are fragmented across agents and systems of record; handoffs are manual and lose context.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half-finished journey (appeal filed, member never notified) is an operational and compliance risk.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 (42 CFR Part 2) crosses agency lines and needs a consent record, not just a per-tool check.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durable saga with compensation — if a step fails, completed steps roll back in reverse.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AAL-gated consent ledger checked before any sensitive disclosure; escalate without consent.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compliance event bus — a tamper-evident, step-by-step evidence trail for the whole journey.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never widens authority — every step calls the same gateway with the same acting-user claims; a withheld tool stays denied.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Care &amp; Claims Platform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80355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287670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1503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5846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513161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6994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31337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738652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2485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568282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9641434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79762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the agents' own human gates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 + compensation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half-finished journeys: a downstream failure compensates completed steps in reverse, all audited.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ledger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AAL2-gated; 42 CFR Part 2 scopes require an explicit grant or the journey escalates.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2" name="Text 30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never widens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asserts a journey step calling a withheld tool (issue_determination) is denied by the same gateway.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Care &amp; Claims Platform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each step → the owning agent's tools, through the gateway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Care &amp; Claims Platform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is sequencing + compensation + evidence — never a new privilege. The human gates and withheld authorities of each agent apply unchanged.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 form: a Step Functions state machine (Catch → compensate; waitForTaskToken gate).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forward and compensating step emits a hash-chained compliance event (verify_chain).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(42 CFR Part 2) is recorded at the journey level and enforced per-tool at the gateway.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agent by agent — the same agents become saga steps unchanged.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Denial → resolution journey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 → follow-up journey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New-member onboarding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half-finished journeys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evidence trail per journey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story: ENTERPRISE-PLATFORM.md · run: aws-native-reference/care-platform/local_runner.py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Care &amp; Claims Platform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2026-06-28T22:46:55Z</dcterms:created>
  <dcterms:modified xsi:type="dcterms:W3CDTF">2026-06-28T22:46:55Z</dcterms:modified>
</cp:coreProperties>
</file>