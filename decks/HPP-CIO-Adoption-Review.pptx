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/ CMIO Adoption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 Security &amp; Clinical Leader Can Say Yes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are enforced in the gateway, outside the model — a prompt cannot disable them.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Gateway Controls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Identity verification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on a missing verified subject (verified IdP claims).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Deny-by-default authorization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— agent grant ∩ user entitlement.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Human-approval gate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writes block until a verified reviewer is bound in (tested).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Short-lived scoped tokens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Per-call, per-tool; no standing service accounts.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PHI-masked append-only audit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logged with lineage to the system reached.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Fail-closed on error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2823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execution error denies and audits — never silently proceeds.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issue_determination is withheld from EVERY agent; submit_claim from every agent. An adverse UM recommendation is forwarded for a human determination — never auto-denied.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flags, recommends; a licensed/credentialed human decides.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withheld authority is enforced in code and verified by a passing test.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residency: in-account Bedrock under BAA; Guardrails block SSN/bank/card, anonymize PII.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Tamper-evident: append-only DynamoDB (deny Update/Delete) + S3 Object Lock COMPLIANCE.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assessment + platform + denials wedge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expand + CSV/CSA + pen test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run-ops + HITRUST roadmap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gate at each phase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consequential is automated end-to-end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division of duties: docs/SHARED-RESPONSIBILITY-MATRIX.md.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