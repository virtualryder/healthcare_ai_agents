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400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CISO / CMIO Adoption Review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0561320" y="384048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000" b="1" spc="10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966960" y="8686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DC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AWS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554480"/>
            <a:ext cx="110642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Why a Security &amp; Clinical Leader Can Say Yes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548640" y="3383280"/>
            <a:ext cx="10789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controls are enforced in the gateway, outside the model — a prompt cannot disable them.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548640" y="502920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assists, drafts, assembles, flags, recommends — a licensed human decides every consequential action.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CISO / CMIO Adoption Review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2F3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Six Gateway Controls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188720"/>
            <a:ext cx="5440680" cy="1371600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2700">
            <a:solidFill>
              <a:srgbClr val="E2E8E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188720"/>
            <a:ext cx="109728" cy="13716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6" name="Text 4"/>
          <p:cNvSpPr/>
          <p:nvPr/>
        </p:nvSpPr>
        <p:spPr>
          <a:xfrm>
            <a:off x="804672" y="1316736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Identity verification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04672" y="1737360"/>
            <a:ext cx="5029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Fail-closed on a missing verified subject (verified IdP claims).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172200" y="1188720"/>
            <a:ext cx="5440680" cy="1371600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2700">
            <a:solidFill>
              <a:srgbClr val="E2E8E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172200" y="1188720"/>
            <a:ext cx="109728" cy="13716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10" name="Text 8"/>
          <p:cNvSpPr/>
          <p:nvPr/>
        </p:nvSpPr>
        <p:spPr>
          <a:xfrm>
            <a:off x="6428232" y="1316736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Deny-by-default authorization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28232" y="1737360"/>
            <a:ext cx="5029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Least-privilege intersection — agent grant ∩ user entitlement.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2743200"/>
            <a:ext cx="5440680" cy="1371600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2700">
            <a:solidFill>
              <a:srgbClr val="E2E8E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2743200"/>
            <a:ext cx="109728" cy="13716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14" name="Text 12"/>
          <p:cNvSpPr/>
          <p:nvPr/>
        </p:nvSpPr>
        <p:spPr>
          <a:xfrm>
            <a:off x="804672" y="2871216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Human-approval gate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04672" y="3291840"/>
            <a:ext cx="5029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High-risk writes block until a verified reviewer is bound in (tested).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72200" y="2743200"/>
            <a:ext cx="5440680" cy="1371600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2700">
            <a:solidFill>
              <a:srgbClr val="E2E8E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72200" y="2743200"/>
            <a:ext cx="109728" cy="13716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18" name="Text 16"/>
          <p:cNvSpPr/>
          <p:nvPr/>
        </p:nvSpPr>
        <p:spPr>
          <a:xfrm>
            <a:off x="6428232" y="2871216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Short-lived scoped tokens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428232" y="3291840"/>
            <a:ext cx="5029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Per-call, per-tool; no standing service accounts.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48640" y="4297680"/>
            <a:ext cx="5440680" cy="1371600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2700">
            <a:solidFill>
              <a:srgbClr val="E2E8E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8640" y="4297680"/>
            <a:ext cx="109728" cy="13716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22" name="Text 20"/>
          <p:cNvSpPr/>
          <p:nvPr/>
        </p:nvSpPr>
        <p:spPr>
          <a:xfrm>
            <a:off x="804672" y="4425696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PHI-masked append-only audit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804672" y="4846320"/>
            <a:ext cx="5029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attempt logged with lineage to the system reached.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172200" y="4297680"/>
            <a:ext cx="5440680" cy="1371600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2700">
            <a:solidFill>
              <a:srgbClr val="E2E8E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172200" y="4297680"/>
            <a:ext cx="109728" cy="13716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26" name="Text 24"/>
          <p:cNvSpPr/>
          <p:nvPr/>
        </p:nvSpPr>
        <p:spPr>
          <a:xfrm>
            <a:off x="6428232" y="4425696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Fail-closed on error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6428232" y="4846320"/>
            <a:ext cx="5029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execution error denies and audits — never silently proceeds.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CISO / CMIO Adoption Review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Why This Is Defensible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561320" y="384048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000" b="1" spc="10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966960" y="8686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DC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AWS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280160"/>
            <a:ext cx="11109960" cy="868680"/>
          </a:xfrm>
          <a:prstGeom prst="roundRect">
            <a:avLst>
              <a:gd name="adj" fmla="val 6316"/>
            </a:avLst>
          </a:prstGeom>
          <a:solidFill>
            <a:srgbClr val="2C3B4E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353312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bright line: 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issue_determination is withheld from EVERY agent; submit_claim from every agent. An adverse UM recommendation is forwarded for a human determination — never auto-denied.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85800" y="2468880"/>
            <a:ext cx="64922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assists, drafts, flags, recommends; a licensed/credentialed human decides.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withheld authority is enforced in code and verified by a passing test.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 residency: in-account Bedrock under BAA; Guardrails block SSN/bank/card, anonymize PII.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Tamper-evident: append-only DynamoDB (deny Update/Delete) + S3 Object Lock COMPLIANCE.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406640" y="2468880"/>
            <a:ext cx="4251960" cy="3108960"/>
          </a:xfrm>
          <a:prstGeom prst="roundRect">
            <a:avLst>
              <a:gd name="adj" fmla="val 2353"/>
            </a:avLst>
          </a:prstGeom>
          <a:solidFill>
            <a:srgbClr val="2C3B4E"/>
          </a:solidFill>
          <a:ln/>
        </p:spPr>
      </p:sp>
      <p:sp>
        <p:nvSpPr>
          <p:cNvPr id="10" name="Text 8"/>
          <p:cNvSpPr/>
          <p:nvPr/>
        </p:nvSpPr>
        <p:spPr>
          <a:xfrm>
            <a:off x="7635240" y="265176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1A8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GOOD LOOKS LIKE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635240" y="3108960"/>
            <a:ext cx="384048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1: assessment + platform + denials wedge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2: expand + CSV/CSA + pen test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3: run-ops + HITRUST roadmap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Go/no-go gate at each phase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consequential is automated end-to-end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59893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division of duties: docs/SHARED-RESPONSIBILITY-MATRIX.md.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CISO / CMIO Adoption Review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2026-06-28T22:46:55Z</dcterms:created>
  <dcterms:modified xsi:type="dcterms:W3CDTF">2026-06-28T22:46:55Z</dcterms:modified>
</cp:coreProperties>
</file>