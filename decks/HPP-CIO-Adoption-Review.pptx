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/ CMIO Adoption Review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a Security &amp; Clinical Leader Can Say Yes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controls are enforced in the gateway, outside the model — a prompt cannot disable them.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drafts, assembles, flags, recommends — a licensed human decides every consequential 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CISO / CMIO Adoption Review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365760" y="6291072"/>
            <a:ext cx="11460175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 Gateway Controls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109728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3167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Identity verification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7373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on a missing verified subject (verified IdP claims).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18872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188720"/>
            <a:ext cx="109728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3167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Deny-by-default authorization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8232" y="17373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intersection — agent grant ∩ user entitlement.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43200"/>
            <a:ext cx="109728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8712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Human-approval gate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32918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writes block until a verified reviewer is bound in (tested).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274320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743200"/>
            <a:ext cx="109728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28712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Short-lived scoped tokens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28232" y="32918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Per-call, per-tool; no standing service accounts.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97680"/>
            <a:ext cx="109728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4256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PHI-masked append-only audit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4846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logged with lineage to the system reached.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29768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297680"/>
            <a:ext cx="109728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44256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Fail-closed on error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28232" y="4846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execution error denies and audits — never silently proceeds.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CISO / CMIO Adoption Review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Is Defensible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2C3B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5331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line: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issue_determination is withheld from EVERY agent; submit_claim from every agent. An adverse UM recommendation is forwarded for a human determination — never auto-denied.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6492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drafts, flags, recommends; a licensed/credentialed human decides.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withheld authority is enforced in code and verified by a passing test.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residency: in-account Bedrock under BAA; Guardrails block SSN/bank/card, anonymize PII.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Tamper-evident: append-only DynamoDB (deny Update/Delete) + S3 Object Lock COMPLIANCE.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2468880"/>
            <a:ext cx="4251960" cy="3108960"/>
          </a:xfrm>
          <a:prstGeom prst="roundRect">
            <a:avLst>
              <a:gd name="adj" fmla="val 2353"/>
            </a:avLst>
          </a:prstGeom>
          <a:solidFill>
            <a:srgbClr val="2C3B4E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A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31089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assessment + platform + denials wedge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expand + CSV/CSA + pen test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run-ops + HITRUST roadmap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gate at each phase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consequential is automated end-to-end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division of duties: docs/SHARED-RESPONSIBILITY-MATRIX.md.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CISO / CMIO Adoption Review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011680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Disclaimer &amp; Shared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2026-06-28T22:46:55Z</dcterms:created>
  <dcterms:modified xsi:type="dcterms:W3CDTF">2026-06-28T22:46:55Z</dcterms:modified>
</cp:coreProperties>
</file>