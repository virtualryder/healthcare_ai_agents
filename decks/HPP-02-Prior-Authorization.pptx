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Prior-Authorization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payer requirements, assembles evidence, evaluates criteria, monitors status — a PA nurse submits.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authorization is high-volume, manual, and a leading cause of care delays and clinician burnout.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~39 / wk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auths per physician (~13 hours); 40% have staff working only on PA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physicians say PA delays necessary care; 78% report treatment abandonment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Jan 2027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deadline for payer FHIR Prior-Authorization APIs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 Prior-Auth physician survey [association]; CMS-0057-F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Coordinators re-key the same clinical evidence across payer portals and fax; status is opaque.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drive abandonment (78%) and burnout (89% say PA contributes); urgent cases get stuck in the same queue.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CMS are forcing change: CMS-0057-F mandates four FHIR APIs (incl. Prior Auth) by Jan 1, 2027.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of health plans are prioritizing agentic AI for UM, prior auth, and claims (Deloitte).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2025: 50+ health plans pledged real-time approval for ≥80% of requests and faster turnaround.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of plan execs expect AI to ease prior authorization.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determines the requirement, assembles the packet, and submits behind a nurse gate — but the coverage determination is always the payer's.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check_requirement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assemble_packet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 Nurse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Vinci-aligned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requirement check, DTR/PAS packet assembly, 278/status monitoring — the FHIR surfaces CMS standardizes by 2027.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MCG/InterQual indications and medical-necessity policy are cited; nothing is fabricated.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escalation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cases are routed fast; missing evidence returns a request, not a guess.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Payer (Da Vinci CRD/DTR/PAS, X12 278) · MCG/InterQual · EHR/FHIR · IDP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submits a PA request behind a human gate — but the coverage determination is the payer's, never the agent's.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Compresses the ~13 hours/week physicians lose to PA and the staff time behind 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providers and plans for the CMS-0057-F 2027 FHIR mandate now.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care delays and the downstream CO-197 denials Agent 01 works.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rationale is grounded and submitted only on PA-nurse approval.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authorization cycle time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care delays / abandonment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CMS-0057-F readiness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cited clinical rationales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AMA 2024; Deloitte Sep 2025; CMS-0057-F.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