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HPP-02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Prior-Authorization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payer requirements, assembles evidence, evaluates criteria, monitors status — a PA nurse submits.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5029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assists, drafts, assembles, flags, recommends — a licensed human decides every consequential action.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Issue &amp; What It Costs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is high-volume, manual, and a leading cause of care delays and clinician burnout.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~39 / wk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auths per physician (~13 hours); 40% have staff working only on PA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8912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94%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1772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physicians say PA delays necessary care; 78% report treatment abandonment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Jan 2027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45820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CMS-0057-F deadline for payer FHIR Prior-Authorization APIs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AMA 2024 Prior-Auth physician survey [association]; CMS-0057-F [gov].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Customers Are Seeing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0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28930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 TODAY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508406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 re-key the same clinical evidence across payer portals and fax; status is opaque.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drive abandonment (78%) and burnout (89% say PA contributes); urgent cases get stuck in the same queue.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Payers and CMS are forcing change: CMS-0057-F mandates four FHIR APIs (incl. Prior Auth) by Jan 1, 2027.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539496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234440"/>
            <a:ext cx="5394960" cy="457200"/>
          </a:xfrm>
          <a:prstGeom prst="rect">
            <a:avLst/>
          </a:prstGeom>
          <a:solidFill>
            <a:srgbClr val="01A88D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28930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MARKET IS SOLVING 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64808" y="1828800"/>
            <a:ext cx="499262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health plans are prioritizing agentic AI for UM, prior auth, and claims (Deloitte).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2025: 50+ health plans pledged real-time approval for ≥80% of requests and faster turnaround.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of plan execs expect AI to ease prior authorization.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5714"/>
            </a:avLst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13892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that must hold: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determines the requirement, assembles the packet, and submits behind a nurse gate — but the coverage determination is always the payer's.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We Solve It — Governed, Agentic, Human-Decided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workflow on AWS: deterministic nodes + in-account Bedrock drafting, every system call through the deny-by-default MCP gateway, and a framework-enforced human gate before any consequential action.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090318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956816"/>
            <a:ext cx="16331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check_requirement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03550" y="1920240"/>
            <a:ext cx="2090318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2876702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15030" y="1956816"/>
            <a:ext cx="16331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gather_evidence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58461" y="1920240"/>
            <a:ext cx="2090318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12" name="Text 10"/>
          <p:cNvSpPr/>
          <p:nvPr/>
        </p:nvSpPr>
        <p:spPr>
          <a:xfrm>
            <a:off x="5131613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69941" y="1956816"/>
            <a:ext cx="16331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evaluate_criteria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3371" y="1920240"/>
            <a:ext cx="2090318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15" name="Text 13"/>
          <p:cNvSpPr/>
          <p:nvPr/>
        </p:nvSpPr>
        <p:spPr>
          <a:xfrm>
            <a:off x="7386523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24851" y="1956816"/>
            <a:ext cx="16331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assemble_packet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568282" y="1920240"/>
            <a:ext cx="2090318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18" name="Text 16"/>
          <p:cNvSpPr/>
          <p:nvPr/>
        </p:nvSpPr>
        <p:spPr>
          <a:xfrm>
            <a:off x="9641434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979762" y="1956816"/>
            <a:ext cx="16331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compliance_check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743200"/>
            <a:ext cx="11109960" cy="731520"/>
          </a:xfrm>
          <a:prstGeom prst="roundRect">
            <a:avLst>
              <a:gd name="adj" fmla="val 7500"/>
            </a:avLst>
          </a:prstGeom>
          <a:solidFill>
            <a:srgbClr val="C7361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2798064"/>
            <a:ext cx="10698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 — PA Nurse  </a:t>
            </a:r>
            <a:pPr indent="0" marL="0">
              <a:buNone/>
            </a:pPr>
            <a:r>
              <a:rPr lang="en-US" sz="1300" dirty="0">
                <a:solidFill>
                  <a:srgbClr val="FFE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approves, edits, or rejects. High-risk writes cannot execute before this (LangGraph interrupt_before / Step Functions waitForTaskToken).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Vinci-aligned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 requirement check, DTR/PAS packet assembly, 278/status monitoring — the FHIR surfaces CMS standardizes by 2027.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25112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4581144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Criteria-grounded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81144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MCG/InterQual indications and medical-necessity policy are cited; nothing is fabricated.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01584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01584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2" name="Text 30"/>
          <p:cNvSpPr/>
          <p:nvPr/>
        </p:nvSpPr>
        <p:spPr>
          <a:xfrm>
            <a:off x="8357616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escalation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57616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Expedited cases are routed fast; missing evidence returns a request, not a guess.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AWS Architecture &amp; Traffic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232F3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 ·  Cognito / Identity Center (SAML/OIDC, MFA) → verified claims (custom:hpp_role)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ED71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 ·  ECS Fargate (LangGraph) or Step Functions (native, waitForTaskToken HITL)  +  Streamlit console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68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AUTHORIZATION GATEWAY  ·  deny-by-default + least-privilege intersection + scoped tokens + PHI-masked audit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01A88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08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·  Amazon Bedrock (in-account, HIPAA-eligible under BAA) + Guardrails (PHI filters)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5A6B7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49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(governed Lambda)  →  Payer (Da Vinci CRD/DTR/PAS, X12 278) · MCG/InterQual · EHR/FHIR · IDP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C925D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389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·  DynamoDB append-only audit (PITR, deny Update/Delete) · HITL table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7AA1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29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 (WORM) — finalized snapshots · KMS CMK throughout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66928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never leaves the customer VPC: inference is in-account on Bedrock via a VPC endpoint; every tool call is authorized, scoped-token-minted, and PHI-masked-audited. CloudFormation + Terraform; native or container deploy.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Is Defensible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109960" cy="868680"/>
          </a:xfrm>
          <a:prstGeom prst="roundRect">
            <a:avLst>
              <a:gd name="adj" fmla="val 6316"/>
            </a:avLst>
          </a:prstGeom>
          <a:solidFill>
            <a:srgbClr val="2C3B4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53312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bright line: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submits a PA request behind a human gate — but the coverage determination is the payer's, never the agent's.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6492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the ~13 hours/week physicians lose to PA and the staff time behind it.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providers and plans for the CMS-0057-F 2027 FHIR mandate now.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care delays and the downstream CO-197 denials Agent 01 works.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rationale is grounded and submitted only on PA-nurse approval.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2468880"/>
            <a:ext cx="4251960" cy="3108960"/>
          </a:xfrm>
          <a:prstGeom prst="roundRect">
            <a:avLst>
              <a:gd name="adj" fmla="val 2353"/>
            </a:avLst>
          </a:prstGeom>
          <a:solidFill>
            <a:srgbClr val="2C3B4E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2651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A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35240" y="310896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authorization cycle time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care delays / abandonment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CMS-0057-F readiness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cited clinical rationales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AMA 2024; Deloitte Sep 2025; CMS-0057-F. Maturity: Demonstrated + Deployable-by-design.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HPP AI Agent Suite</dc:creator>
  <cp:lastModifiedBy>HPP AI Agent Suite</cp:lastModifiedBy>
  <cp:revision>1</cp:revision>
  <dcterms:created xsi:type="dcterms:W3CDTF">2026-06-28T22:46:54Z</dcterms:created>
  <dcterms:modified xsi:type="dcterms:W3CDTF">2026-06-28T22:46:54Z</dcterms:modified>
</cp:coreProperties>
</file>