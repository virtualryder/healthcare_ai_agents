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Contact Center / Member Services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member inquiries, checks claim status and benefits, intakes grievances on Amazon Connect — a rep approves writes.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Member-service volume spikes around denials and benefits questions — and healthcare live-agent calls are expensive.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$25–$35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a healthcare live-agent call/ticket (vs $6–$15 in general industries)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~45%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routine member queries AI agents can deflect (2025 CX benchmark)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−45% / +12 pt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group's contact-center cost cut and satisfaction gain with Amazon Connect AI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State of Healthcare Call Centers 2025; D3Clarity / Amazon Connect [industry-research]/[sector-press].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call about the same denials and benefits questions the rest of the suite touches — at $25–$35 a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Reps need verified context fast; identity proofing and account lookups eat handle time.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1557 requires accessible, nondiscriminatory, plain-language member communication.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now deflect ~45% of routine queries (status, benefits, scheduling), cutting cost per call.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+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healthcare group cut contact-center cost ~45%/yr and raised satisfaction 12 points with Connect AI.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the member, retrieves status and benefits, and drafts a plain-language answer; a rep approves logging or grievance intake — and the agent never submits an appeal.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verify_member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67278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344043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78758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85916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97396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draft_response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004554" y="1920240"/>
            <a:ext cx="2654046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907770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416034" y="1956816"/>
            <a:ext cx="219684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Member-Services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claim, or benefit detail is shared without a verified member.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status (276/277) and eligibility (270/271) responses are grounded; nothing is fabricated.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9" name="Text 27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off, doesn't decide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submit an appeal (that's Agent 01); grievance intake routes to the human process.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Amazon Connect · Payer (X12 276/277, 270/271) · Identity · Consent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disclosure without a verified member; the agent cannot submit an appeal — it hands off to revenue cycle.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Deflects routine, expensive calls with grounded, identity-verified answers.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member experience (CAHPS/Stars) with plain-language, Section 1557-accessible responses.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grievance intake are gated; every disclosure is identity-verified and audited.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 with Agent 01 — the same denials, answered for the 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 per call / deflection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member experience (Stars)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Identity-safe, grounded answers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grievance intake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Hyro 2025; Amazon Connect.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2026-06-26T14:27:31Z</dcterms:created>
  <dcterms:modified xsi:type="dcterms:W3CDTF">2026-06-26T14:27:31Z</dcterms:modified>
</cp:coreProperties>
</file>